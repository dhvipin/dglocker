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0" r:id="rId6"/>
    <p:sldId id="265" r:id="rId7"/>
    <p:sldId id="259" r:id="rId8"/>
    <p:sldId id="261" r:id="rId9"/>
    <p:sldId id="263" r:id="rId10"/>
    <p:sldId id="264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40501-2DD6-4B5E-A0C4-420C4A59E7F6}" type="datetimeFigureOut">
              <a:rPr lang="en-US" smtClean="0"/>
              <a:t>10/26/2024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992ED-A26F-48B0-8248-3F64D4AE7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1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E:\Deepak\Fox Nut (Makhana)\Image\Makhana Im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68487"/>
            <a:ext cx="4800600" cy="3199039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2872026"/>
            <a:ext cx="8153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u="sng" dirty="0" smtClean="0">
                <a:latin typeface="Arial Black" pitchFamily="34" charset="0"/>
              </a:rPr>
              <a:t>FOX NUT PROJECT</a:t>
            </a:r>
            <a:endParaRPr lang="en-US" sz="5000" b="1" u="sng" dirty="0">
              <a:latin typeface="Arial Black" pitchFamily="34" charset="0"/>
            </a:endParaRPr>
          </a:p>
        </p:txBody>
      </p:sp>
      <p:pic>
        <p:nvPicPr>
          <p:cNvPr id="1028" name="Picture 4" descr="C:\Users\pc\Downloads\171551774015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91" y="0"/>
            <a:ext cx="4904509" cy="282336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530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3400" y="152400"/>
            <a:ext cx="3657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u="sng" dirty="0" smtClean="0">
                <a:latin typeface="Arial Black" pitchFamily="34" charset="0"/>
              </a:rPr>
              <a:t>FOX NUT</a:t>
            </a:r>
            <a:endParaRPr lang="en-US" sz="5000" b="1" u="sng" dirty="0">
              <a:latin typeface="Arial Black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" y="990600"/>
            <a:ext cx="4572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Fox Nut also known as “Makhana”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HS Code - 19041090</a:t>
            </a:r>
          </a:p>
          <a:p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Fox Nut is the Seed of the lotus plant “ Euryale Fox”</a:t>
            </a:r>
          </a:p>
          <a:p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These Seeds are often dried and roasted</a:t>
            </a:r>
          </a:p>
          <a:p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Fox Nut are known for their Nutrituional Benefit</a:t>
            </a:r>
          </a:p>
          <a:p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They are low in Calories and high in Protein, Fiber and Antioxidants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Some of their key Benefits of FOX NUT</a:t>
            </a:r>
          </a:p>
          <a:p>
            <a:r>
              <a:rPr lang="en-US" b="1" dirty="0"/>
              <a:t>   </a:t>
            </a:r>
            <a:r>
              <a:rPr lang="en-US" b="1" dirty="0" smtClean="0"/>
              <a:t>  Weight Management, Hearth Management, Improved Digestion, Bone Health, Skin and Hair Health, Blood Sugar Control etc…</a:t>
            </a:r>
          </a:p>
          <a:p>
            <a:endParaRPr lang="en-US" dirty="0"/>
          </a:p>
          <a:p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2050" name="Picture 2" descr="C:\Users\pc\Downloads\Euryale_ferox_kz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450" y="616526"/>
            <a:ext cx="4301550" cy="2507674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pc\Downloads\imag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450" y="4191000"/>
            <a:ext cx="4301549" cy="2268141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83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89" y="0"/>
            <a:ext cx="56018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 smtClean="0"/>
              <a:t>FOX NUT FARMING IN INDIA &amp; INTERNATIONAL</a:t>
            </a:r>
            <a:endParaRPr lang="en-US" sz="3000" b="1" u="sng" dirty="0"/>
          </a:p>
        </p:txBody>
      </p:sp>
      <p:pic>
        <p:nvPicPr>
          <p:cNvPr id="3074" name="Picture 2" descr="C:\Users\pc\Downloads\downloa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581400"/>
            <a:ext cx="3505200" cy="32766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pc\Downloads\globe-7510104_64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-228600"/>
            <a:ext cx="3505199" cy="35052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1447800"/>
            <a:ext cx="5486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Bihar is the leading State in the Production of Makhana with 90% Production in the world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Districts like Darbhanga, Madhubani, and Surrounding Areas, is known for its large scale cultivation of Makhana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Other State like West Bengal, Assam and Parts of Eastern Uttar Pradesh contributing in smaller quantities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Beside India, China is the second largest Producer of Makhana </a:t>
            </a:r>
            <a:endParaRPr lang="en-US" b="1" dirty="0"/>
          </a:p>
          <a:p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Makhana is traditionally cultivated I regions like “ Hunan and Jiangxi “ in China</a:t>
            </a:r>
          </a:p>
          <a:p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17233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C:\Users\pc\Downloads\makhana-nutrient-value-per-100-g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399"/>
            <a:ext cx="9144000" cy="518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9402" y="361146"/>
            <a:ext cx="879599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u="sng" dirty="0" smtClean="0"/>
              <a:t>NUTRITIONAL VALUE OF FOX NUTS (MAKHANA) PER 100G</a:t>
            </a:r>
            <a:endParaRPr lang="en-US" sz="2500" b="1" u="sng" dirty="0"/>
          </a:p>
        </p:txBody>
      </p:sp>
    </p:spTree>
    <p:extLst>
      <p:ext uri="{BB962C8B-B14F-4D97-AF65-F5344CB8AC3E}">
        <p14:creationId xmlns:p14="http://schemas.microsoft.com/office/powerpoint/2010/main" val="211355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1782" y="152400"/>
            <a:ext cx="84374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u="sng" dirty="0" smtClean="0"/>
              <a:t>List of Indian States where Makhana Production Place</a:t>
            </a:r>
            <a:endParaRPr lang="en-US" sz="25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219200"/>
            <a:ext cx="286789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BIHAR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UTTAR PRADESH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WEST BENGAL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MADHYA PRADESH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ASSAM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MANIPUR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JHARKHAND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TRIPURA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CHHATTISGARH</a:t>
            </a:r>
            <a:endParaRPr lang="en-US" b="1" dirty="0"/>
          </a:p>
        </p:txBody>
      </p:sp>
      <p:pic>
        <p:nvPicPr>
          <p:cNvPr id="5124" name="Picture 4" descr="C:\Users\pc\Downloads\india-political-map-divide-by-state-colorful-outline-simplicity-style-vect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914400"/>
            <a:ext cx="5181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own Arrow 9"/>
          <p:cNvSpPr/>
          <p:nvPr/>
        </p:nvSpPr>
        <p:spPr>
          <a:xfrm>
            <a:off x="6934200" y="2743200"/>
            <a:ext cx="762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6248400" y="2514600"/>
            <a:ext cx="762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Arrow 13"/>
          <p:cNvSpPr/>
          <p:nvPr/>
        </p:nvSpPr>
        <p:spPr>
          <a:xfrm>
            <a:off x="7284026" y="3833554"/>
            <a:ext cx="488373" cy="5264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Bent-Up Arrow 14"/>
          <p:cNvSpPr/>
          <p:nvPr/>
        </p:nvSpPr>
        <p:spPr>
          <a:xfrm>
            <a:off x="4495800" y="3886200"/>
            <a:ext cx="1295399" cy="5334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8001000" y="2438400"/>
            <a:ext cx="762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Arrow 18"/>
          <p:cNvSpPr/>
          <p:nvPr/>
        </p:nvSpPr>
        <p:spPr>
          <a:xfrm>
            <a:off x="8229600" y="3429000"/>
            <a:ext cx="488373" cy="5264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Arrow 19"/>
          <p:cNvSpPr/>
          <p:nvPr/>
        </p:nvSpPr>
        <p:spPr>
          <a:xfrm>
            <a:off x="6923809" y="3534295"/>
            <a:ext cx="604403" cy="855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 Arrow 16"/>
          <p:cNvSpPr/>
          <p:nvPr/>
        </p:nvSpPr>
        <p:spPr>
          <a:xfrm>
            <a:off x="7848600" y="3619857"/>
            <a:ext cx="76200" cy="53304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Arrow 21"/>
          <p:cNvSpPr/>
          <p:nvPr/>
        </p:nvSpPr>
        <p:spPr>
          <a:xfrm>
            <a:off x="6934200" y="4267200"/>
            <a:ext cx="488373" cy="5264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65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152400"/>
            <a:ext cx="813716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500" b="1" u="sng" dirty="0" smtClean="0"/>
              <a:t>PRODUCTION OF MAKHANA IN INDIA</a:t>
            </a:r>
            <a:endParaRPr lang="en-US" sz="35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India is the world's biggest producer, contributing between 70 and 80% of the total production. More than 80% of India's Makhana is produced in Bihar. In addition, Makhana is grown in its wild form in Russia, Bangladesh, China, Japan, Korea, and other nations.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266863"/>
              </p:ext>
            </p:extLst>
          </p:nvPr>
        </p:nvGraphicFramePr>
        <p:xfrm>
          <a:off x="838200" y="2971800"/>
          <a:ext cx="7391400" cy="3124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938607">
                <a:tc>
                  <a:txBody>
                    <a:bodyPr/>
                    <a:lstStyle/>
                    <a:p>
                      <a:pPr algn="ctr"/>
                      <a:r>
                        <a:rPr kumimoji="0" lang="en-US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Poppins"/>
                        </a:rPr>
                        <a:t>Area Under Cultivation (Ha)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Poppin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Production (MT)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525" marR="9525" marT="9525" marB="9525" anchor="ctr"/>
                </a:tc>
              </a:tr>
              <a:tr h="437119"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96,000</a:t>
                      </a:r>
                      <a:endParaRPr lang="en-US" dirty="0"/>
                    </a:p>
                  </a:txBody>
                  <a:tcPr/>
                </a:tc>
              </a:tr>
              <a:tr h="437119"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Jharkhand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8,000</a:t>
                      </a:r>
                      <a:endParaRPr lang="en-US" dirty="0"/>
                    </a:p>
                  </a:txBody>
                  <a:tcPr/>
                </a:tc>
              </a:tr>
              <a:tr h="437119"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Uttar Pradesh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en-US" dirty="0"/>
                    </a:p>
                  </a:txBody>
                  <a:tcPr/>
                </a:tc>
              </a:tr>
              <a:tr h="437119"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 States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en-US" dirty="0"/>
                    </a:p>
                  </a:txBody>
                  <a:tcPr/>
                </a:tc>
              </a:tr>
              <a:tr h="437119"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120,000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22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7467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u="sng" dirty="0" smtClean="0"/>
              <a:t>MANUFACTURERS IN INDIA </a:t>
            </a:r>
            <a:endParaRPr lang="en-US" sz="35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200810" y="762000"/>
            <a:ext cx="4820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 smtClean="0"/>
              <a:t>Bihar is the hub of </a:t>
            </a:r>
            <a:r>
              <a:rPr lang="en-US" b="1" u="sng" dirty="0"/>
              <a:t>M</a:t>
            </a:r>
            <a:r>
              <a:rPr lang="en-US" b="1" u="sng" dirty="0" smtClean="0"/>
              <a:t>akhana production</a:t>
            </a:r>
            <a:endParaRPr lang="en-US" b="1" u="sng" dirty="0"/>
          </a:p>
        </p:txBody>
      </p:sp>
      <p:sp>
        <p:nvSpPr>
          <p:cNvPr id="6" name="TextBox 5"/>
          <p:cNvSpPr txBox="1"/>
          <p:nvPr/>
        </p:nvSpPr>
        <p:spPr>
          <a:xfrm>
            <a:off x="249220" y="1143000"/>
            <a:ext cx="47237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Manju Makhana ( Darbhanga, Bihar )</a:t>
            </a:r>
          </a:p>
          <a:p>
            <a:pPr marL="342900" indent="-342900">
              <a:buFont typeface="+mj-lt"/>
              <a:buAutoNum type="arabicPeriod"/>
            </a:pPr>
            <a:endParaRPr lang="en-US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Vaidehi Foods ( Bihar )</a:t>
            </a:r>
          </a:p>
          <a:p>
            <a:pPr marL="342900" indent="-342900">
              <a:buFont typeface="+mj-lt"/>
              <a:buAutoNum type="arabicPeriod"/>
            </a:pPr>
            <a:endParaRPr lang="en-US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Makhana King ( Bihar )</a:t>
            </a:r>
          </a:p>
          <a:p>
            <a:pPr marL="342900" indent="-342900">
              <a:buFont typeface="+mj-lt"/>
              <a:buAutoNum type="arabicPeriod"/>
            </a:pPr>
            <a:endParaRPr lang="en-US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Makhana Amrit ( Darbhanga, Bihar )</a:t>
            </a:r>
          </a:p>
          <a:p>
            <a:pPr marL="342900" indent="-342900">
              <a:buFont typeface="+mj-lt"/>
              <a:buAutoNum type="arabicPeriod"/>
            </a:pPr>
            <a:endParaRPr lang="en-US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Bihar Makhana ( Bihar )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49220" y="3897868"/>
            <a:ext cx="882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 smtClean="0"/>
              <a:t>Some Manufacturers and Regions where Makhana is Produced beside Bihar</a:t>
            </a:r>
            <a:endParaRPr lang="en-US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249220" y="4267200"/>
            <a:ext cx="44108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Sattviko ( Delhi )</a:t>
            </a:r>
          </a:p>
          <a:p>
            <a:pPr marL="342900" indent="-342900">
              <a:buFont typeface="+mj-lt"/>
              <a:buAutoNum type="arabicPeriod"/>
            </a:pPr>
            <a:endParaRPr lang="en-US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Shakti Shudha ( M.P )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Kanha Foods ( Kanpur, U.P )</a:t>
            </a:r>
          </a:p>
          <a:p>
            <a:pPr marL="342900" indent="-342900">
              <a:buFont typeface="+mj-lt"/>
              <a:buAutoNum type="arabicPeriod"/>
            </a:pPr>
            <a:endParaRPr lang="en-US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Phool Makhana ( U.P )</a:t>
            </a:r>
          </a:p>
          <a:p>
            <a:pPr marL="342900" indent="-342900">
              <a:buFont typeface="+mj-lt"/>
              <a:buAutoNum type="arabicPeriod"/>
            </a:pPr>
            <a:endParaRPr lang="en-US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K.K Products ( West Bengal )</a:t>
            </a:r>
            <a:endParaRPr lang="en-US" b="1" dirty="0"/>
          </a:p>
        </p:txBody>
      </p:sp>
      <p:pic>
        <p:nvPicPr>
          <p:cNvPr id="4099" name="Picture 3" descr="C:\Users\pc\Downloads\GBPKA6LWwAA8lvJ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874" y="81677"/>
            <a:ext cx="3145126" cy="3728323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pc\Downloads\images (1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874" y="4306149"/>
            <a:ext cx="3145126" cy="2539448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340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" y="0"/>
            <a:ext cx="899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 smtClean="0"/>
              <a:t>EXPORT FROM INDIA</a:t>
            </a:r>
            <a:endParaRPr lang="en-US" sz="4000" b="1" u="sn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23195"/>
              </p:ext>
            </p:extLst>
          </p:nvPr>
        </p:nvGraphicFramePr>
        <p:xfrm>
          <a:off x="304800" y="1066800"/>
          <a:ext cx="8534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811161">
                <a:tc>
                  <a:txBody>
                    <a:bodyPr/>
                    <a:lstStyle/>
                    <a:p>
                      <a:pPr algn="ctr"/>
                      <a:r>
                        <a:rPr kumimoji="0" lang="en-US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Makhana exports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Makhana export data from India (value)</a:t>
                      </a:r>
                      <a:endParaRPr lang="en-US" b="1" dirty="0"/>
                    </a:p>
                  </a:txBody>
                  <a:tcPr/>
                </a:tc>
              </a:tr>
              <a:tr h="567813"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Makhana Shipments (Tonnes)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25,130</a:t>
                      </a:r>
                      <a:endParaRPr lang="en-US" dirty="0"/>
                    </a:p>
                  </a:txBody>
                  <a:tcPr/>
                </a:tc>
              </a:tr>
              <a:tr h="567813"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Makhana Exporters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1,123</a:t>
                      </a:r>
                      <a:endParaRPr lang="en-US" dirty="0"/>
                    </a:p>
                  </a:txBody>
                  <a:tcPr/>
                </a:tc>
              </a:tr>
              <a:tr h="567813"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Makhana Buyers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2,969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01336" y="4038600"/>
            <a:ext cx="8763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u="sng" dirty="0" smtClean="0"/>
              <a:t>TOP 3 NATIONS THAT EXPORT MAKHANA OVERSEAS</a:t>
            </a:r>
            <a:endParaRPr lang="en-US" sz="2500" b="1" u="sng" dirty="0"/>
          </a:p>
        </p:txBody>
      </p:sp>
      <p:sp>
        <p:nvSpPr>
          <p:cNvPr id="10" name="TextBox 9"/>
          <p:cNvSpPr txBox="1"/>
          <p:nvPr/>
        </p:nvSpPr>
        <p:spPr>
          <a:xfrm>
            <a:off x="266700" y="4876800"/>
            <a:ext cx="861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India at first with 25,130 </a:t>
            </a:r>
            <a:r>
              <a:rPr lang="en-US" b="1" dirty="0" smtClean="0"/>
              <a:t>shipments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China at second with 238 </a:t>
            </a:r>
            <a:r>
              <a:rPr lang="en-US" b="1" dirty="0" smtClean="0"/>
              <a:t>shipments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Pakistan at third with 70 shipments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70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152400"/>
            <a:ext cx="895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 smtClean="0"/>
              <a:t>Importing Country of Fox Nut from India</a:t>
            </a:r>
            <a:endParaRPr lang="en-US" sz="3600" b="1" u="sng" dirty="0"/>
          </a:p>
        </p:txBody>
      </p:sp>
      <p:pic>
        <p:nvPicPr>
          <p:cNvPr id="2051" name="Picture 3" descr="C:\Users\pc\Downloads\fox-nuts-market-trends-by-reg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990600"/>
            <a:ext cx="5791200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2400" y="990600"/>
            <a:ext cx="6858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United </a:t>
            </a:r>
            <a:r>
              <a:rPr lang="en-US" b="1" dirty="0" smtClean="0"/>
              <a:t>States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United </a:t>
            </a:r>
            <a:r>
              <a:rPr lang="en-US" b="1" dirty="0" smtClean="0"/>
              <a:t>Kingdom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CANADA</a:t>
            </a:r>
          </a:p>
          <a:p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AUSTRALIA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United Arab Emirates </a:t>
            </a:r>
            <a:endParaRPr lang="en-US" b="1" dirty="0" smtClean="0"/>
          </a:p>
          <a:p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Southeast </a:t>
            </a:r>
            <a:r>
              <a:rPr lang="en-US" b="1" dirty="0" smtClean="0"/>
              <a:t>Asia</a:t>
            </a:r>
          </a:p>
          <a:p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/>
              <a:t>European </a:t>
            </a:r>
            <a:r>
              <a:rPr lang="en-US" b="1" dirty="0" smtClean="0"/>
              <a:t>Union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GERMANY</a:t>
            </a:r>
          </a:p>
          <a:p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FRANCE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SINGAPORE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SOUTH KOREA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299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c\Downloads\download (4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806" y="1143001"/>
            <a:ext cx="5082194" cy="571500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7677" y="238780"/>
            <a:ext cx="8435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smtClean="0"/>
              <a:t>DOCUMENTS REQUIRED FOR CONTAINER EXPORT</a:t>
            </a:r>
            <a:endParaRPr lang="en-US" sz="28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Commercial Invoice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676400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detailed bill outlining the goods being shipped, their quantities, value, and agreed terms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It </a:t>
            </a:r>
            <a:r>
              <a:rPr lang="en-US" b="1" dirty="0"/>
              <a:t>is used for customs purposes to determine duties and </a:t>
            </a:r>
            <a:r>
              <a:rPr lang="en-US" b="1" dirty="0" smtClean="0"/>
              <a:t>taxes.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2831068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Packing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18160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Serves as a receipt from the carrier to the exporter</a:t>
            </a:r>
            <a:r>
              <a:rPr lang="en-US" b="1" dirty="0" smtClean="0"/>
              <a:t>.</a:t>
            </a:r>
          </a:p>
          <a:p>
            <a:r>
              <a:rPr lang="en-US" b="1" dirty="0"/>
              <a:t>Specifies the type of goods, destination, and shipping details</a:t>
            </a:r>
            <a:r>
              <a:rPr lang="en-US" b="1" dirty="0" smtClean="0"/>
              <a:t>.</a:t>
            </a:r>
          </a:p>
          <a:p>
            <a:r>
              <a:rPr lang="en-US" b="1" dirty="0"/>
              <a:t>Acts as a title of ownership and is required for the release of goods at the destination.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583668"/>
            <a:ext cx="4027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Bill of Lading (BOL) or Airway Bill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08586"/>
            <a:ext cx="784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Lists the contents of each package, including the type, quantity, and weight of </a:t>
            </a:r>
            <a:r>
              <a:rPr lang="en-US" b="1" dirty="0" smtClean="0"/>
              <a:t>items.</a:t>
            </a:r>
          </a:p>
          <a:p>
            <a:r>
              <a:rPr lang="en-US" b="1" dirty="0"/>
              <a:t>Helps with customs inspections and warehouse management.</a:t>
            </a:r>
          </a:p>
        </p:txBody>
      </p:sp>
    </p:spTree>
    <p:extLst>
      <p:ext uri="{BB962C8B-B14F-4D97-AF65-F5344CB8AC3E}">
        <p14:creationId xmlns:p14="http://schemas.microsoft.com/office/powerpoint/2010/main" val="1223336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c\Downloads\download (4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806" y="1143001"/>
            <a:ext cx="5082194" cy="571500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7200" y="572869"/>
            <a:ext cx="2799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Certificate of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097339"/>
            <a:ext cx="800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Certifies the country in which the goods were manufactured</a:t>
            </a:r>
            <a:r>
              <a:rPr lang="en-US" b="1" dirty="0" smtClean="0"/>
              <a:t>.</a:t>
            </a:r>
          </a:p>
          <a:p>
            <a:r>
              <a:rPr lang="en-US" b="1" dirty="0"/>
              <a:t>Some countries require this to apply preferential tariffs or determine import restrictions.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5469"/>
            <a:ext cx="3775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Export License (if applicable)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667071"/>
            <a:ext cx="800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Provides detailed instructions to the freight forwarder, including special handling or routing</a:t>
            </a:r>
            <a:r>
              <a:rPr lang="en-US" b="1" dirty="0" smtClean="0"/>
              <a:t>.</a:t>
            </a:r>
          </a:p>
          <a:p>
            <a:r>
              <a:rPr lang="en-US" b="1" dirty="0"/>
              <a:t>Used to communicate specific terms with the carrier or freight forwarder.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001869"/>
            <a:ext cx="423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Shipper’s Letter of Instruction (SLI)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99601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Required for certain goods or destinations, especially if exporting regulated items (e.g., pharmaceuticals, electronics).</a:t>
            </a:r>
          </a:p>
        </p:txBody>
      </p:sp>
    </p:spTree>
    <p:extLst>
      <p:ext uri="{BB962C8B-B14F-4D97-AF65-F5344CB8AC3E}">
        <p14:creationId xmlns:p14="http://schemas.microsoft.com/office/powerpoint/2010/main" val="5238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c\Downloads\download (4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806" y="1143000"/>
            <a:ext cx="5082194" cy="571500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7200" y="2286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Inspection Certificate (if applicable)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307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Verifies that the goods meet quality and safety standards</a:t>
            </a:r>
            <a:r>
              <a:rPr lang="en-US" b="1" dirty="0" smtClean="0"/>
              <a:t>.</a:t>
            </a:r>
          </a:p>
          <a:p>
            <a:r>
              <a:rPr lang="en-US" b="1" dirty="0"/>
              <a:t>Often required for products like food, chemicals, and electronics.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2600"/>
            <a:ext cx="3775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Insurance 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715000"/>
            <a:ext cx="800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document required by customs authorities for export, detailing the goods and their value</a:t>
            </a:r>
            <a:r>
              <a:rPr lang="en-US" b="1" dirty="0" smtClean="0"/>
              <a:t>.</a:t>
            </a:r>
          </a:p>
          <a:p>
            <a:r>
              <a:rPr lang="en-US" b="1" dirty="0"/>
              <a:t>This can be filed electronically in many countries.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429000"/>
            <a:ext cx="423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Letter of Credit (if applicable)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384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Proof that the goods are insured during transit</a:t>
            </a:r>
            <a:r>
              <a:rPr lang="en-US" b="1" dirty="0" smtClean="0"/>
              <a:t>.</a:t>
            </a:r>
          </a:p>
          <a:p>
            <a:r>
              <a:rPr lang="en-US" b="1" dirty="0"/>
              <a:t>Provides coverage details, including the type and extent of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038600"/>
            <a:ext cx="800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document from the buyer’s bank guaranteeing payment once specific conditions are met</a:t>
            </a:r>
            <a:r>
              <a:rPr lang="en-US" b="1" dirty="0" smtClean="0"/>
              <a:t>.</a:t>
            </a:r>
          </a:p>
          <a:p>
            <a:r>
              <a:rPr lang="en-US" b="1" dirty="0"/>
              <a:t>Used to secure payment for goods in international trade.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976" y="5181600"/>
            <a:ext cx="423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u="sng" dirty="0"/>
              <a:t>Customs Declaration (for Export)</a:t>
            </a:r>
          </a:p>
        </p:txBody>
      </p:sp>
    </p:spTree>
    <p:extLst>
      <p:ext uri="{BB962C8B-B14F-4D97-AF65-F5344CB8AC3E}">
        <p14:creationId xmlns:p14="http://schemas.microsoft.com/office/powerpoint/2010/main" val="321200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152400"/>
            <a:ext cx="4198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u="sng" dirty="0" smtClean="0"/>
              <a:t>FOX NUT BUYERS</a:t>
            </a:r>
            <a:endParaRPr lang="en-US" sz="40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828800"/>
            <a:ext cx="5029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FRUITICANA PRODUCE LIMITED  (CANADA)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COSMO FOOD SERVICE  (ITALY)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NORTH ZONE  (DUBAI-UAE)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INDYA FOODS PTY LTD  (AUSTRALIA)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pPr marL="285750" indent="-285750">
              <a:buFont typeface="Arial" pitchFamily="34" charset="0"/>
              <a:buChar char="•"/>
            </a:pPr>
            <a:endParaRPr lang="en-US" b="1" dirty="0" smtClean="0"/>
          </a:p>
          <a:p>
            <a:r>
              <a:rPr lang="en-US" b="1" dirty="0" smtClean="0"/>
              <a:t>       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Sourcing :- Google</a:t>
            </a:r>
            <a:r>
              <a:rPr lang="en-US" b="1" dirty="0" smtClean="0"/>
              <a:t> 	</a:t>
            </a:r>
            <a:endParaRPr lang="en-US" b="1" dirty="0"/>
          </a:p>
        </p:txBody>
      </p:sp>
      <p:pic>
        <p:nvPicPr>
          <p:cNvPr id="1025" name="Picture 1" descr="C:\Users\pc\Downloads\download (5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121" y="1295400"/>
            <a:ext cx="4422879" cy="51054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4094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1410</TotalTime>
  <Words>792</Words>
  <Application>Microsoft Office PowerPoint</Application>
  <PresentationFormat>On-screen Show (4:3)</PresentationFormat>
  <Paragraphs>170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Verve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40</cp:revision>
  <dcterms:created xsi:type="dcterms:W3CDTF">2006-08-16T00:00:00Z</dcterms:created>
  <dcterms:modified xsi:type="dcterms:W3CDTF">2024-10-26T05:04:44Z</dcterms:modified>
</cp:coreProperties>
</file>